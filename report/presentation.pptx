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08268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รายวิชา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Computer Animation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 2110512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354969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0E0F1-F9B6-985B-2FEE-9DD5E57CA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9D6CE-E4DF-74D9-5B8D-4EC52BA2D3FF}"/>
              </a:ext>
            </a:extLst>
          </p:cNvPr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04608-93EA-5AC8-C89C-4F5BCE1AB400}"/>
              </a:ext>
            </a:extLst>
          </p:cNvPr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25000-EC5B-F211-3EF7-817EE9A2BC18}"/>
              </a:ext>
            </a:extLst>
          </p:cNvPr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1B9FE-D93C-3B00-8D47-297D2D977F0B}"/>
              </a:ext>
            </a:extLst>
          </p:cNvPr>
          <p:cNvSpPr txBox="1"/>
          <p:nvPr/>
        </p:nvSpPr>
        <p:spPr>
          <a:xfrm>
            <a:off x="457200" y="1581912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21A76-057F-716E-8022-7797B8E67B3A}"/>
              </a:ext>
            </a:extLst>
          </p:cNvPr>
          <p:cNvSpPr txBox="1"/>
          <p:nvPr/>
        </p:nvSpPr>
        <p:spPr>
          <a:xfrm>
            <a:off x="548640" y="2341295"/>
            <a:ext cx="10552176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มองร่างกายผู้ใช้เป็นโครงสร้างแบบ </a:t>
            </a:r>
            <a:r>
              <a:rPr lang="en-US" dirty="0"/>
              <a:t>skeleton </a:t>
            </a:r>
            <a:r>
              <a:rPr lang="th-TH" dirty="0"/>
              <a:t>ที่มีข้อต่อสำคัญ เช่น ไหล่ ศอก และข้อมือ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ติดตามการเปลี่ยนของ </a:t>
            </a:r>
            <a:r>
              <a:rPr lang="en-US" dirty="0"/>
              <a:t>pose </a:t>
            </a:r>
            <a:r>
              <a:rPr lang="th-TH" dirty="0"/>
              <a:t>ตามเวลา เหมือนงาน </a:t>
            </a:r>
            <a:r>
              <a:rPr lang="en-US" dirty="0"/>
              <a:t>motion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แปลงการเคลื่อนไหวเป็น </a:t>
            </a:r>
            <a:r>
              <a:rPr lang="en-US" dirty="0"/>
              <a:t>key poses, stage transitions </a:t>
            </a:r>
            <a:r>
              <a:rPr lang="th-TH" dirty="0"/>
              <a:t>และ </a:t>
            </a:r>
            <a:r>
              <a:rPr lang="en-US" dirty="0"/>
              <a:t>progress </a:t>
            </a:r>
            <a:r>
              <a:rPr lang="th-TH" dirty="0"/>
              <a:t>ของท่า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เชื่อมโยงกับ </a:t>
            </a:r>
            <a:r>
              <a:rPr lang="en-US" dirty="0" err="1"/>
              <a:t>markerless</a:t>
            </a:r>
            <a:r>
              <a:rPr lang="en-US" dirty="0"/>
              <a:t> motion capture </a:t>
            </a:r>
            <a:r>
              <a:rPr lang="th-TH" dirty="0"/>
              <a:t>เพราะใช้กล้องและ </a:t>
            </a:r>
            <a:r>
              <a:rPr lang="en-US" dirty="0"/>
              <a:t>pose landmarks </a:t>
            </a:r>
            <a:r>
              <a:rPr lang="th-TH" dirty="0"/>
              <a:t>แทน </a:t>
            </a:r>
            <a:r>
              <a:rPr lang="en-US" dirty="0"/>
              <a:t>marker </a:t>
            </a:r>
            <a:r>
              <a:rPr lang="th-TH" dirty="0"/>
              <a:t>จริง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ให้ความสำคัญกับ </a:t>
            </a:r>
            <a:r>
              <a:rPr lang="en-US" dirty="0"/>
              <a:t>temporal stability </a:t>
            </a:r>
            <a:r>
              <a:rPr lang="th-TH" dirty="0"/>
              <a:t>และ </a:t>
            </a:r>
            <a:r>
              <a:rPr lang="en-US" dirty="0"/>
              <a:t>jitter reduction </a:t>
            </a:r>
            <a:r>
              <a:rPr lang="th-TH" dirty="0"/>
              <a:t>เพื่อให้ </a:t>
            </a:r>
            <a:r>
              <a:rPr lang="en-US" dirty="0"/>
              <a:t>motion tracking </a:t>
            </a:r>
            <a:r>
              <a:rPr lang="th-TH" dirty="0"/>
              <a:t>นิ่งขึ้น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มีการเปรียบเทียบ </a:t>
            </a:r>
            <a:r>
              <a:rPr lang="en-US" dirty="0"/>
              <a:t>baseline </a:t>
            </a:r>
            <a:r>
              <a:rPr lang="th-TH" dirty="0"/>
              <a:t>กับ </a:t>
            </a:r>
            <a:r>
              <a:rPr lang="en-US" dirty="0"/>
              <a:t>proposed </a:t>
            </a:r>
            <a:r>
              <a:rPr lang="th-TH" dirty="0"/>
              <a:t>แบบงาน </a:t>
            </a:r>
            <a:r>
              <a:rPr lang="en-US" dirty="0"/>
              <a:t>animation systems </a:t>
            </a:r>
            <a:r>
              <a:rPr lang="th-TH" dirty="0"/>
              <a:t>และ </a:t>
            </a:r>
            <a:r>
              <a:rPr lang="en-US" dirty="0"/>
              <a:t>engineering experiment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ดังนั้นแม้จะเป็นเว็บออกกำลังกาย แต่แก่นของ</a:t>
            </a:r>
            <a:r>
              <a:rPr lang="th-TH" dirty="0" err="1"/>
              <a:t>โปรเจกต์</a:t>
            </a:r>
            <a:r>
              <a:rPr lang="th-TH" dirty="0"/>
              <a:t>คือ </a:t>
            </a:r>
            <a:r>
              <a:rPr lang="en-US" dirty="0"/>
              <a:t>real-time motion interpretation </a:t>
            </a:r>
            <a:r>
              <a:rPr lang="th-TH" dirty="0"/>
              <a:t>ซึ่งอยู่ในสาย </a:t>
            </a:r>
            <a:r>
              <a:rPr lang="en-US" dirty="0"/>
              <a:t>Computer Animation </a:t>
            </a:r>
            <a:r>
              <a:rPr lang="th-TH" dirty="0"/>
              <a:t>โดยตรง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0188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1737360"/>
            <a:ext cx="5928360" cy="309828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Input: </a:t>
            </a:r>
            <a:r>
              <a:rPr lang="th-TH" dirty="0"/>
              <a:t>รับภาพจากกล้อง</a:t>
            </a:r>
            <a:r>
              <a:rPr lang="en-US" dirty="0"/>
              <a:t> -&gt; </a:t>
            </a:r>
            <a:r>
              <a:rPr lang="th-TH" dirty="0"/>
              <a:t>ใช้ </a:t>
            </a:r>
            <a:r>
              <a:rPr lang="en-US" dirty="0"/>
              <a:t>pose estimation </a:t>
            </a:r>
            <a:r>
              <a:rPr lang="th-TH" dirty="0"/>
              <a:t>หา </a:t>
            </a:r>
            <a:r>
              <a:rPr lang="en-US" dirty="0"/>
              <a:t>landmark </a:t>
            </a:r>
            <a:r>
              <a:rPr lang="th-TH" dirty="0"/>
              <a:t>ของข้อต่อ</a:t>
            </a:r>
            <a:r>
              <a:rPr lang="en-US" dirty="0"/>
              <a:t>, </a:t>
            </a:r>
            <a:r>
              <a:rPr lang="th-TH" dirty="0"/>
              <a:t>คำนวณมุมและติดตาม </a:t>
            </a:r>
            <a:r>
              <a:rPr lang="en-US" dirty="0"/>
              <a:t>motion over time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Output: </a:t>
            </a:r>
            <a:r>
              <a:rPr dirty="0" err="1"/>
              <a:t>จำนวนครั้ง</a:t>
            </a:r>
            <a:r>
              <a:rPr dirty="0"/>
              <a:t>, stage </a:t>
            </a:r>
            <a:r>
              <a:rPr dirty="0" err="1"/>
              <a:t>ปัจจุบัน</a:t>
            </a:r>
            <a:r>
              <a:rPr dirty="0"/>
              <a:t>, progress percentage </a:t>
            </a:r>
            <a:r>
              <a:rPr dirty="0" err="1"/>
              <a:t>และภาพ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Constraints: </a:t>
            </a:r>
            <a:r>
              <a:rPr dirty="0" err="1"/>
              <a:t>ต้องตอบสนองแบบ</a:t>
            </a:r>
            <a:r>
              <a:rPr dirty="0"/>
              <a:t> interactive, </a:t>
            </a:r>
            <a:r>
              <a:rPr dirty="0" err="1"/>
              <a:t>ทนต่อ</a:t>
            </a:r>
            <a:r>
              <a:rPr dirty="0"/>
              <a:t> occlusion, </a:t>
            </a:r>
            <a:r>
              <a:rPr dirty="0" err="1"/>
              <a:t>ลด</a:t>
            </a:r>
            <a:r>
              <a:rPr dirty="0"/>
              <a:t> threshold chatter </a:t>
            </a:r>
            <a:r>
              <a:rPr dirty="0" err="1"/>
              <a:t>และทำงานได้แบบ</a:t>
            </a:r>
            <a:r>
              <a:rPr dirty="0"/>
              <a:t> deterministic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1: </a:t>
            </a:r>
            <a:r>
              <a:rPr dirty="0" err="1"/>
              <a:t>จุดกลับตัวของท่ามี</a:t>
            </a:r>
            <a:r>
              <a:rPr dirty="0"/>
              <a:t> noise </a:t>
            </a:r>
            <a:r>
              <a:rPr dirty="0" err="1"/>
              <a:t>ทำให้เกิดนับซ้ำหรือหลุดนับ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2: </a:t>
            </a:r>
            <a:r>
              <a:rPr dirty="0" err="1"/>
              <a:t>การสลับเลือกแขนซ้ายขวาบ่อยเกินไปทำให้การตีความ</a:t>
            </a:r>
            <a:r>
              <a:rPr dirty="0"/>
              <a:t> motion </a:t>
            </a:r>
            <a:r>
              <a:rPr dirty="0" err="1"/>
              <a:t>ไม่นิ่ง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3: </a:t>
            </a:r>
            <a:r>
              <a:rPr dirty="0" err="1"/>
              <a:t>ต้องทำให้</a:t>
            </a:r>
            <a:r>
              <a:rPr dirty="0"/>
              <a:t> feedback </a:t>
            </a:r>
            <a:r>
              <a:rPr dirty="0" err="1"/>
              <a:t>เข้าใจง่ายสำหรับผู้ใช้แบบ</a:t>
            </a:r>
            <a:r>
              <a:rPr dirty="0"/>
              <a:t>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2008" y="171449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Motion Primitive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ที่ใช้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8" y="245059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22008" y="35648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Visualization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ที่ส่งพร้อมงาน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68312" y="3931918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หน้าเว็บ</a:t>
            </a:r>
            <a:r>
              <a:rPr dirty="0"/>
              <a:t> Flask </a:t>
            </a:r>
            <a:r>
              <a:rPr dirty="0" err="1"/>
              <a:t>แบบ</a:t>
            </a:r>
            <a:r>
              <a:rPr dirty="0"/>
              <a:t>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demo video </a:t>
            </a:r>
            <a:r>
              <a:rPr dirty="0" err="1"/>
              <a:t>แบบ</a:t>
            </a:r>
            <a:r>
              <a:rPr dirty="0"/>
              <a:t>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plots </a:t>
            </a:r>
            <a:r>
              <a:rPr dirty="0" err="1"/>
              <a:t>สำหรับ</a:t>
            </a:r>
            <a:r>
              <a:rPr dirty="0"/>
              <a:t> runtime </a:t>
            </a:r>
            <a:r>
              <a:rPr dirty="0" err="1"/>
              <a:t>และ</a:t>
            </a:r>
            <a:r>
              <a:rPr dirty="0"/>
              <a:t> stability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ทั้ง</a:t>
            </a:r>
            <a:r>
              <a:rPr dirty="0"/>
              <a:t> baseline </a:t>
            </a:r>
            <a:r>
              <a:rPr dirty="0" err="1"/>
              <a:t>และ</a:t>
            </a:r>
            <a:r>
              <a:rPr dirty="0"/>
              <a:t> proposed </a:t>
            </a:r>
            <a:r>
              <a:rPr dirty="0" err="1"/>
              <a:t>ใช้</a:t>
            </a:r>
            <a:r>
              <a:rPr dirty="0"/>
              <a:t> input/output </a:t>
            </a:r>
            <a:r>
              <a:rPr dirty="0" err="1"/>
              <a:t>แบบเดียวกัน</a:t>
            </a:r>
            <a:r>
              <a:rPr dirty="0"/>
              <a:t> </a:t>
            </a:r>
            <a:r>
              <a:rPr dirty="0" err="1"/>
              <a:t>จึงเปรียบเทียบกันได้ยุติธรรม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งานนี้ไม่ได้อ้างว่าเหนือกว่า</a:t>
            </a:r>
            <a:r>
              <a:rPr dirty="0"/>
              <a:t> SOTA </a:t>
            </a:r>
            <a:r>
              <a:rPr dirty="0" err="1"/>
              <a:t>แต่แสดง</a:t>
            </a:r>
            <a:r>
              <a:rPr dirty="0"/>
              <a:t> improvement </a:t>
            </a:r>
            <a:r>
              <a:rPr dirty="0" err="1"/>
              <a:t>ที่วัดซ้ำได้จริงเหนือ</a:t>
            </a:r>
            <a:r>
              <a:rPr dirty="0"/>
              <a:t>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จุดเน้นของ</a:t>
            </a:r>
            <a:r>
              <a:rPr dirty="0"/>
              <a:t> proposed </a:t>
            </a:r>
            <a:r>
              <a:rPr dirty="0" err="1"/>
              <a:t>คือคุณค่าทางวิศวกรรม</a:t>
            </a:r>
            <a:r>
              <a:rPr dirty="0"/>
              <a:t>: </a:t>
            </a:r>
            <a:r>
              <a:rPr dirty="0" err="1"/>
              <a:t>เสถียรขึ้นโดยยังอธิบายการทำงานได้ง่าย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665976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705856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4576" y="172821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0" y="2075688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`tests/test_simulation.py`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888736" cy="327269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718693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โปรเจกต์นี้มีองค์ประกอบครบตาม</a:t>
            </a:r>
            <a:r>
              <a:rPr dirty="0"/>
              <a:t> rubric: baseline comparison, scaling test </a:t>
            </a:r>
            <a:r>
              <a:rPr dirty="0" err="1"/>
              <a:t>และ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แกนหลักของงานคือการตีความ</a:t>
            </a:r>
            <a:r>
              <a:rPr dirty="0"/>
              <a:t> pose tracking </a:t>
            </a:r>
            <a:r>
              <a:rPr dirty="0" err="1"/>
              <a:t>ผ่านแนวคิดด้าน</a:t>
            </a:r>
            <a:r>
              <a:rPr dirty="0"/>
              <a:t> skeleton, key poses, interpolation </a:t>
            </a:r>
            <a:r>
              <a:rPr dirty="0" err="1"/>
              <a:t>และ</a:t>
            </a:r>
            <a:r>
              <a:rPr dirty="0"/>
              <a:t> temporal continuity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คำสั่งหลัก</a:t>
            </a:r>
            <a:r>
              <a:rPr dirty="0"/>
              <a:t>: `python src/main.py --mode web`, `python src/main.py --mode benchmark`, `python src/main.py --mode demo`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คำสั่งเสริมสำหรับข้อมูลจริง</a:t>
            </a:r>
            <a:r>
              <a:rPr dirty="0"/>
              <a:t>: `python tools/collect_mocap.py` </a:t>
            </a:r>
            <a:r>
              <a:rPr dirty="0" err="1"/>
              <a:t>และ</a:t>
            </a:r>
            <a:r>
              <a:rPr dirty="0"/>
              <a:t> `python experiments/evaluate_recorded_sequence.py`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artifact </a:t>
            </a:r>
            <a:r>
              <a:rPr dirty="0" err="1"/>
              <a:t>ที่ส่งมีรายงาน</a:t>
            </a:r>
            <a:r>
              <a:rPr dirty="0"/>
              <a:t> Word, </a:t>
            </a:r>
            <a:r>
              <a:rPr dirty="0" err="1"/>
              <a:t>สไลด์ไทย</a:t>
            </a:r>
            <a:r>
              <a:rPr dirty="0"/>
              <a:t>/</a:t>
            </a:r>
            <a:r>
              <a:rPr dirty="0" err="1"/>
              <a:t>อังกฤษ</a:t>
            </a:r>
            <a:r>
              <a:rPr dirty="0"/>
              <a:t>, benchmark CSV/plot, demo video, tests </a:t>
            </a:r>
            <a:r>
              <a:rPr dirty="0" err="1"/>
              <a:t>และ</a:t>
            </a:r>
            <a:r>
              <a:rPr dirty="0"/>
              <a:t> source code </a:t>
            </a:r>
            <a:r>
              <a:rPr dirty="0" err="1"/>
              <a:t>ที่ทำซ้ำได้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1318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11</cp:revision>
  <dcterms:created xsi:type="dcterms:W3CDTF">2013-01-27T09:14:16Z</dcterms:created>
  <dcterms:modified xsi:type="dcterms:W3CDTF">2026-04-30T06:25:33Z</dcterms:modified>
  <cp:category/>
</cp:coreProperties>
</file>