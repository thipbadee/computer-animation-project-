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รายวิชา Computer Animation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739128" y="2606040"/>
            <a:ext cx="4572000" cy="2926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มองร่างกายเป็น</a:t>
            </a:r>
            <a:r>
              <a:rPr dirty="0"/>
              <a:t> skeleton-like structure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มี</a:t>
            </a:r>
            <a:r>
              <a:rPr dirty="0"/>
              <a:t> key poses </a:t>
            </a:r>
            <a:r>
              <a:rPr dirty="0" err="1"/>
              <a:t>และ</a:t>
            </a:r>
            <a:r>
              <a:rPr dirty="0"/>
              <a:t> stage transitions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มีการแปลง</a:t>
            </a:r>
            <a:r>
              <a:rPr dirty="0"/>
              <a:t> pose progress </a:t>
            </a:r>
            <a:r>
              <a:rPr dirty="0" err="1"/>
              <a:t>เป็นค่าต่อเนื่อง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เชื่อมโยงกับ</a:t>
            </a:r>
            <a:r>
              <a:rPr dirty="0"/>
              <a:t> motion capture </a:t>
            </a:r>
            <a:r>
              <a:rPr dirty="0" err="1"/>
              <a:t>แบบ</a:t>
            </a:r>
            <a:r>
              <a:rPr dirty="0"/>
              <a:t> </a:t>
            </a:r>
            <a:r>
              <a:rPr dirty="0" err="1"/>
              <a:t>markerless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4406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Input: ลำดับของ 2D joint landmarks พร้อม visibility จาก webcam หรือไฟล์ CSV ที่บันทึกไว้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Output: จำนวนครั้ง, stage ปัจจุบัน, progress percentage และภาพ visualization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Constraints: ต้องตอบสนองแบบ interactive, ทนต่อ occlusion, ลด threshold chatter และทำงานได้แบบ deterministic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1: จุดกลับตัวของท่ามี noise ทำให้เกิดนับซ้ำหรือหลุดนับ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2: การสลับเลือกแขนซ้ายขวาบ่อยเกินไปทำให้การตีความ motion ไม่นิ่ง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ความท้าทาย 3: ต้องทำให้ feedback เข้าใจง่ายสำหรับผู้ใช้แบบ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Motion Primitive ที่ใช้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560319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92240" y="397763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Visualization ที่ส่งพร้อมงาน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4297680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หน้าเว็บ Flask แบบ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demo video แบบ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plots สำหรับ runtime และ stability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ทั้ง baseline และ proposed ใช้ input/output แบบเดียวกัน จึงเปรียบเทียบกันได้ยุติธรรม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งานนี้ไม่ได้อ้างว่าเหนือกว่า SOTA แต่แสดง improvement ที่วัดซ้ำได้จริงเหนือ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จุดเน้นของ proposed คือคุณค่าทางวิศวกรรม: เสถียรขึ้นโดยยังอธิบายการทำงานได้ง่าย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0292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486400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173736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57400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`src/algorithms/baseline.py`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`src/algorithms/proposed.py`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`tests/test_simulation.py`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577840" cy="4206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267287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repo </a:t>
            </a:r>
            <a:r>
              <a:rPr dirty="0" err="1"/>
              <a:t>ไม่ได้</a:t>
            </a:r>
            <a:r>
              <a:rPr dirty="0"/>
              <a:t> commit human recording </a:t>
            </a:r>
            <a:r>
              <a:rPr dirty="0" err="1"/>
              <a:t>จริงไว้โดยตรง</a:t>
            </a:r>
            <a:r>
              <a:rPr dirty="0"/>
              <a:t> </a:t>
            </a:r>
            <a:r>
              <a:rPr dirty="0" err="1"/>
              <a:t>เพราะข้อมูล</a:t>
            </a:r>
            <a:r>
              <a:rPr dirty="0"/>
              <a:t> landmark </a:t>
            </a:r>
            <a:r>
              <a:rPr dirty="0" err="1"/>
              <a:t>จากผู้ใช้มีประเด็นด้าน</a:t>
            </a:r>
            <a:r>
              <a:rPr dirty="0"/>
              <a:t> privacy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4206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โปรเจกต์นี้มีองค์ประกอบครบตาม rubric: baseline comparison, scaling test และ visualization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แกนหลักของงานคือการตีความ pose tracking ผ่านแนวคิดด้าน skeleton, key poses, interpolation และ temporal continuity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คำสั่งหลัก: `python src/main.py --mode web`, `python src/main.py --mode benchmark`, `python src/main.py --mode demo`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คำสั่งเสริมสำหรับข้อมูลจริง: `python tools/collect_mocap.py` และ `python experiments/evaluate_recorded_sequence.py`</a:t>
            </a:r>
          </a:p>
          <a:p>
            <a:pPr>
              <a:spcAft>
                <a:spcPts val="800"/>
              </a:spcAft>
              <a:defRPr sz="1800">
                <a:solidFill>
                  <a:srgbClr val="323A46"/>
                </a:solidFill>
                <a:latin typeface="Leelawadee UI"/>
              </a:defRPr>
            </a:pPr>
            <a:r>
              <a:t>artifact ที่ส่งมีรายงาน Word, สไลด์ไทย/อังกฤษ, benchmark CSV/plot, demo video, tests และ source code ที่ทำซ้ำได้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1233</Words>
  <Application>Microsoft Office PowerPoint</Application>
  <PresentationFormat>Widescreen</PresentationFormat>
  <Paragraphs>138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8</cp:revision>
  <dcterms:created xsi:type="dcterms:W3CDTF">2013-01-27T09:14:16Z</dcterms:created>
  <dcterms:modified xsi:type="dcterms:W3CDTF">2026-04-30T03:40:55Z</dcterms:modified>
  <cp:category/>
</cp:coreProperties>
</file>